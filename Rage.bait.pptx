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Caveat"/>
      <p:regular r:id="rId56"/>
      <p:bold r:id="rId57"/>
    </p:embeddedFont>
    <p:embeddedFont>
      <p:font typeface="Amatic SC"/>
      <p:regular r:id="rId58"/>
      <p:bold r:id="rId59"/>
    </p:embeddedFont>
    <p:embeddedFont>
      <p:font typeface="Nunito"/>
      <p:regular r:id="rId60"/>
      <p:bold r:id="rId61"/>
      <p:italic r:id="rId62"/>
      <p:boldItalic r:id="rId63"/>
    </p:embeddedFont>
    <p:embeddedFont>
      <p:font typeface="Playfair Display"/>
      <p:regular r:id="rId64"/>
      <p:bold r:id="rId65"/>
      <p:italic r:id="rId66"/>
      <p:boldItalic r:id="rId67"/>
    </p:embeddedFont>
    <p:embeddedFont>
      <p:font typeface="Lora"/>
      <p:regular r:id="rId68"/>
      <p:bold r:id="rId69"/>
      <p:italic r:id="rId70"/>
      <p:boldItalic r:id="rId71"/>
    </p:embeddedFont>
    <p:embeddedFont>
      <p:font typeface="EB Garamond"/>
      <p:regular r:id="rId72"/>
      <p:bold r:id="rId73"/>
      <p:italic r:id="rId74"/>
      <p:boldItalic r:id="rId75"/>
    </p:embeddedFont>
    <p:embeddedFont>
      <p:font typeface="Oswald"/>
      <p:regular r:id="rId76"/>
      <p:bold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EBGaramond-bold.fntdata"/><Relationship Id="rId72" Type="http://schemas.openxmlformats.org/officeDocument/2006/relationships/font" Target="fonts/EBGaramond-regular.fntdata"/><Relationship Id="rId31" Type="http://schemas.openxmlformats.org/officeDocument/2006/relationships/slide" Target="slides/slide26.xml"/><Relationship Id="rId75" Type="http://schemas.openxmlformats.org/officeDocument/2006/relationships/font" Target="fonts/EBGaramond-boldItalic.fntdata"/><Relationship Id="rId30" Type="http://schemas.openxmlformats.org/officeDocument/2006/relationships/slide" Target="slides/slide25.xml"/><Relationship Id="rId74" Type="http://schemas.openxmlformats.org/officeDocument/2006/relationships/font" Target="fonts/EBGaramond-italic.fntdata"/><Relationship Id="rId33" Type="http://schemas.openxmlformats.org/officeDocument/2006/relationships/slide" Target="slides/slide28.xml"/><Relationship Id="rId77" Type="http://schemas.openxmlformats.org/officeDocument/2006/relationships/font" Target="fonts/Oswald-bold.fntdata"/><Relationship Id="rId32" Type="http://schemas.openxmlformats.org/officeDocument/2006/relationships/slide" Target="slides/slide27.xml"/><Relationship Id="rId76" Type="http://schemas.openxmlformats.org/officeDocument/2006/relationships/font" Target="fonts/Oswald-regular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Lora-boldItalic.fntdata"/><Relationship Id="rId70" Type="http://schemas.openxmlformats.org/officeDocument/2006/relationships/font" Target="fonts/Lora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Nunito-italic.fntdata"/><Relationship Id="rId61" Type="http://schemas.openxmlformats.org/officeDocument/2006/relationships/font" Target="fonts/Nunito-bold.fntdata"/><Relationship Id="rId20" Type="http://schemas.openxmlformats.org/officeDocument/2006/relationships/slide" Target="slides/slide15.xml"/><Relationship Id="rId64" Type="http://schemas.openxmlformats.org/officeDocument/2006/relationships/font" Target="fonts/PlayfairDisplay-regular.fntdata"/><Relationship Id="rId63" Type="http://schemas.openxmlformats.org/officeDocument/2006/relationships/font" Target="fonts/Nunito-boldItalic.fntdata"/><Relationship Id="rId22" Type="http://schemas.openxmlformats.org/officeDocument/2006/relationships/slide" Target="slides/slide17.xml"/><Relationship Id="rId66" Type="http://schemas.openxmlformats.org/officeDocument/2006/relationships/font" Target="fonts/PlayfairDisplay-italic.fntdata"/><Relationship Id="rId21" Type="http://schemas.openxmlformats.org/officeDocument/2006/relationships/slide" Target="slides/slide16.xml"/><Relationship Id="rId65" Type="http://schemas.openxmlformats.org/officeDocument/2006/relationships/font" Target="fonts/PlayfairDisplay-bold.fntdata"/><Relationship Id="rId24" Type="http://schemas.openxmlformats.org/officeDocument/2006/relationships/slide" Target="slides/slide19.xml"/><Relationship Id="rId68" Type="http://schemas.openxmlformats.org/officeDocument/2006/relationships/font" Target="fonts/Lora-regular.fntdata"/><Relationship Id="rId23" Type="http://schemas.openxmlformats.org/officeDocument/2006/relationships/slide" Target="slides/slide18.xml"/><Relationship Id="rId67" Type="http://schemas.openxmlformats.org/officeDocument/2006/relationships/font" Target="fonts/PlayfairDisplay-boldItalic.fntdata"/><Relationship Id="rId60" Type="http://schemas.openxmlformats.org/officeDocument/2006/relationships/font" Target="fonts/Nunit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Lor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aveat-bold.fntdata"/><Relationship Id="rId12" Type="http://schemas.openxmlformats.org/officeDocument/2006/relationships/slide" Target="slides/slide7.xml"/><Relationship Id="rId56" Type="http://schemas.openxmlformats.org/officeDocument/2006/relationships/font" Target="fonts/Caveat-regular.fntdata"/><Relationship Id="rId15" Type="http://schemas.openxmlformats.org/officeDocument/2006/relationships/slide" Target="slides/slide10.xml"/><Relationship Id="rId59" Type="http://schemas.openxmlformats.org/officeDocument/2006/relationships/font" Target="fonts/AmaticSC-bold.fntdata"/><Relationship Id="rId14" Type="http://schemas.openxmlformats.org/officeDocument/2006/relationships/slide" Target="slides/slide9.xml"/><Relationship Id="rId58" Type="http://schemas.openxmlformats.org/officeDocument/2006/relationships/font" Target="fonts/AmaticSC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fc7965bd3271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fc7965bd3271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13fc7965bd327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13fc7965bd327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f3d601d2e67eab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f3d601d2e67eab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40c8c27667fa0f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40c8c27667fa0f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d25e43169107ef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d25e43169107ef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1d0ab2d3c6a4d0a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1d0ab2d3c6a4d0a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1d0ab2d3c6a4d0a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1d0ab2d3c6a4d0a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1d0ab2d3c6a4d0a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1d0ab2d3c6a4d0a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1d0ab2d3c6a4d0a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1d0ab2d3c6a4d0a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40c8c27667fa0f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40c8c27667fa0f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740c8c27667fa0f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740c8c27667fa0f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40c8c27667fa0f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40c8c27667fa0f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740c8c27667fa0f6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740c8c27667fa0f6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40c8c27667fa0f6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40c8c27667fa0f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40c8c27667fa0f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40c8c27667fa0f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740c8c27667fa0f6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740c8c27667fa0f6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40c8c27667fa0f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40c8c27667fa0f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740c8c27667fa0f6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740c8c27667fa0f6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40c8c27667fa0f6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40c8c27667fa0f6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a77c36819acf9e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a77c36819acf9e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1d0ab2d3c6a4d0a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61d0ab2d3c6a4d0a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61d0ab2d3c6a4d0a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61d0ab2d3c6a4d0a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40c8c27667fa0f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40c8c27667fa0f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26c2561794434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f26c2561794434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26c2561794434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f26c2561794434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d946ffe5afb525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d946ffe5afb525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26c2561794434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26c2561794434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d946ffe5afb525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d946ffe5afb525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26c2561794434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f26c2561794434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d946ffe5afb5257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d946ffe5afb5257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f26c2561794434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f26c2561794434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295161d21723a4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6295161d21723a4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26c2561794434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f26c2561794434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f26c2561794434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f26c2561794434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f26c2561794434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f26c2561794434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6295161d21723a4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6295161d21723a4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f26c2561794434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f26c2561794434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295161d21723a4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295161d21723a4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26c2561794434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26c2561794434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d946ffe5afb525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d946ffe5afb525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f26c2561794434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f26c2561794434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6295161d21723a4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6295161d21723a4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f26c2561794434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f26c2561794434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26c2561794434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f26c2561794434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f26c2561794434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f26c2561794434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d946ffe5afb525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d946ffe5afb525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f26c25617944344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f26c25617944344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295161d21723a4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295161d21723a4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f26c2561794434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f26c2561794434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22.xml"/><Relationship Id="rId4" Type="http://schemas.openxmlformats.org/officeDocument/2006/relationships/image" Target="../media/image7.jpg"/><Relationship Id="rId5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2.xml"/><Relationship Id="rId4" Type="http://schemas.openxmlformats.org/officeDocument/2006/relationships/slide" Target="/ppt/slides/slide23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2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2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2.xml"/><Relationship Id="rId4" Type="http://schemas.openxmlformats.org/officeDocument/2006/relationships/slide" Target="/ppt/slides/slide2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slide" Target="/ppt/slides/slide24.xml"/><Relationship Id="rId5" Type="http://schemas.openxmlformats.org/officeDocument/2006/relationships/slide" Target="/ppt/slides/slide24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4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8690" y="566928"/>
            <a:ext cx="8046600" cy="646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Welcome to rage.bait games…..</a:t>
            </a:r>
            <a:endParaRPr sz="30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55" name="Google Shape;55;p13">
            <a:hlinkClick action="ppaction://hlinkshowjump?jump=nextslide"/>
          </p:cNvPr>
          <p:cNvSpPr/>
          <p:nvPr/>
        </p:nvSpPr>
        <p:spPr>
          <a:xfrm>
            <a:off x="3769300" y="2417995"/>
            <a:ext cx="1915200" cy="646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5400012" scaled="0"/>
          </a:gra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FF"/>
                </a:solidFill>
                <a:latin typeface="Lora"/>
                <a:ea typeface="Lora"/>
                <a:cs typeface="Lora"/>
                <a:sym typeface="Lora"/>
              </a:rPr>
              <a:t>Play</a:t>
            </a:r>
            <a:endParaRPr sz="1500">
              <a:solidFill>
                <a:srgbClr val="FF00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838200" y="269398"/>
            <a:ext cx="80466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friends, this game has two parts, 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AutoNum type="arabicPeriod"/>
            </a:pPr>
            <a:r>
              <a:rPr lang="e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Escape the Kidnappers.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AutoNum type="arabicPeriod"/>
            </a:pPr>
            <a:r>
              <a:rPr lang="e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to be weird.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>
            <a:hlinkClick action="ppaction://hlinkshowjump?jump=nextslide"/>
          </p:cNvPr>
          <p:cNvSpPr/>
          <p:nvPr/>
        </p:nvSpPr>
        <p:spPr>
          <a:xfrm>
            <a:off x="3451800" y="3676224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310640" y="739648"/>
            <a:ext cx="8046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The first game is escape the Kidnappers…..!</a:t>
            </a:r>
            <a:endParaRPr sz="2100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5">
            <a:hlinkClick action="ppaction://hlinkshowjump?jump=nextslide"/>
          </p:cNvPr>
          <p:cNvSpPr/>
          <p:nvPr/>
        </p:nvSpPr>
        <p:spPr>
          <a:xfrm>
            <a:off x="3451800" y="3676224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548650" y="-1"/>
            <a:ext cx="81177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Hey dude, there are lot of conditions in our life where actually our brain and reasoning power is used even if we aren’t aware………</a:t>
            </a:r>
            <a:endParaRPr sz="36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48640" y="1750568"/>
            <a:ext cx="80466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Now just Imagine, you have been kidnapped,then what would you do…?</a:t>
            </a:r>
            <a:endParaRPr b="1" sz="23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833120" y="2742547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E7CC3"/>
                </a:solidFill>
                <a:latin typeface="Amatic SC"/>
                <a:ea typeface="Amatic SC"/>
                <a:cs typeface="Amatic SC"/>
                <a:sym typeface="Amatic SC"/>
              </a:rPr>
              <a:t>Would you rather…….?</a:t>
            </a:r>
            <a:endParaRPr b="1" sz="3000">
              <a:solidFill>
                <a:srgbClr val="8E7CC3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334750" y="2987025"/>
            <a:ext cx="1341000" cy="16257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4950" y="1750575"/>
            <a:ext cx="8280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710950" y="4054725"/>
            <a:ext cx="1722000" cy="558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Continue…?</a:t>
            </a:r>
            <a:endParaRPr/>
          </a:p>
        </p:txBody>
      </p:sp>
      <p:cxnSp>
        <p:nvCxnSpPr>
          <p:cNvPr id="80" name="Google Shape;80;p16"/>
          <p:cNvCxnSpPr>
            <a:stCxn id="76" idx="0"/>
          </p:cNvCxnSpPr>
          <p:nvPr/>
        </p:nvCxnSpPr>
        <p:spPr>
          <a:xfrm flipH="1" rot="-5400000">
            <a:off x="6085370" y="1513597"/>
            <a:ext cx="1646700" cy="4104600"/>
          </a:xfrm>
          <a:prstGeom prst="bentConnector4">
            <a:avLst>
              <a:gd fmla="val -14461" name="adj1"/>
              <a:gd fmla="val 99010" name="adj2"/>
            </a:avLst>
          </a:prstGeom>
          <a:noFill/>
          <a:ln cap="flat" cmpd="sng" w="19050">
            <a:solidFill>
              <a:srgbClr val="FF00FF"/>
            </a:solidFill>
            <a:prstDash val="lgDash"/>
            <a:round/>
            <a:headEnd len="med" w="med" type="none"/>
            <a:tailEnd len="med" w="med" type="stealth"/>
          </a:ln>
        </p:spPr>
      </p:cxnSp>
      <p:sp>
        <p:nvSpPr>
          <p:cNvPr id="81" name="Google Shape;81;p16"/>
          <p:cNvSpPr txBox="1"/>
          <p:nvPr/>
        </p:nvSpPr>
        <p:spPr>
          <a:xfrm>
            <a:off x="7305045" y="4476299"/>
            <a:ext cx="8046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6"/>
                </a:solidFill>
              </a:rPr>
              <a:t>Latent S1 reference🍋🌶️</a:t>
            </a:r>
            <a:endParaRPr b="1" sz="1100">
              <a:solidFill>
                <a:schemeClr val="accent6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48640" y="2101072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3" name="Google Shape;83;p16"/>
          <p:cNvCxnSpPr/>
          <p:nvPr/>
        </p:nvCxnSpPr>
        <p:spPr>
          <a:xfrm>
            <a:off x="1920240" y="2176419"/>
            <a:ext cx="1071900" cy="129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C102"/>
            </a:gs>
            <a:gs pos="100000">
              <a:srgbClr val="795C0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2"/>
            <a:ext cx="8520600" cy="20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highlight>
                  <a:srgbClr val="990000"/>
                </a:highlight>
              </a:rPr>
              <a:t>Escape the </a:t>
            </a:r>
            <a:r>
              <a:rPr b="1" lang="en" u="sng">
                <a:highlight>
                  <a:srgbClr val="990000"/>
                </a:highlight>
              </a:rPr>
              <a:t>Kidnappers </a:t>
            </a:r>
            <a:endParaRPr b="1" u="sng">
              <a:highlight>
                <a:srgbClr val="990000"/>
              </a:highlight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98050" y="2301598"/>
            <a:ext cx="8520600" cy="540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One Wrong Move </a:t>
            </a:r>
            <a:r>
              <a:rPr b="1" lang="en">
                <a:solidFill>
                  <a:srgbClr val="FFFFFF"/>
                </a:solidFill>
              </a:rPr>
              <a:t>and You’re Gone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0" name="Google Shape;90;p17">
            <a:hlinkClick action="ppaction://hlinkshowjump?jump=nextslide"/>
          </p:cNvPr>
          <p:cNvSpPr/>
          <p:nvPr/>
        </p:nvSpPr>
        <p:spPr>
          <a:xfrm>
            <a:off x="3451800" y="3676224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81275" y="713250"/>
            <a:ext cx="86664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Hello There,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You have been kidnapped by a group, who has kept you in a big bungalow….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Choose each step after thinking properly, one mistake and the game is over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701065" y="30408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805995" y="3327411"/>
            <a:ext cx="2158800" cy="60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775" y="2698125"/>
            <a:ext cx="3068300" cy="1890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8"/>
          <p:cNvCxnSpPr>
            <a:stCxn id="99" idx="3"/>
            <a:endCxn id="96" idx="3"/>
          </p:cNvCxnSpPr>
          <p:nvPr/>
        </p:nvCxnSpPr>
        <p:spPr>
          <a:xfrm flipH="1" rot="10800000">
            <a:off x="8133075" y="1363613"/>
            <a:ext cx="614700" cy="2279700"/>
          </a:xfrm>
          <a:prstGeom prst="bentConnector3">
            <a:avLst>
              <a:gd fmla="val 138722" name="adj1"/>
            </a:avLst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101" name="Google Shape;101;p18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86100" y="274325"/>
            <a:ext cx="83718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Ok…,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 You are kept in a room which is in the basement,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bungalow has </a:t>
            </a:r>
            <a:r>
              <a:rPr b="1" lang="en" sz="1800" u="sng">
                <a:solidFill>
                  <a:schemeClr val="dk1"/>
                </a:solidFill>
              </a:rPr>
              <a:t>3 floors</a:t>
            </a:r>
            <a:r>
              <a:rPr lang="en" sz="1800">
                <a:solidFill>
                  <a:schemeClr val="dk1"/>
                </a:solidFill>
              </a:rPr>
              <a:t> and there are</a:t>
            </a:r>
            <a:r>
              <a:rPr b="1" lang="en" sz="1800" u="sng">
                <a:solidFill>
                  <a:schemeClr val="dk1"/>
                </a:solidFill>
              </a:rPr>
              <a:t> total 6 people </a:t>
            </a:r>
            <a:r>
              <a:rPr lang="en" sz="1800">
                <a:solidFill>
                  <a:schemeClr val="dk1"/>
                </a:solidFill>
              </a:rPr>
              <a:t>who have Kidnapped you, where each and everyone</a:t>
            </a:r>
            <a:r>
              <a:rPr b="1" lang="en" sz="1800" u="sng">
                <a:solidFill>
                  <a:schemeClr val="dk1"/>
                </a:solidFill>
              </a:rPr>
              <a:t> always remain in pair</a:t>
            </a:r>
            <a:r>
              <a:rPr lang="en" sz="1800">
                <a:solidFill>
                  <a:schemeClr val="dk1"/>
                </a:solidFill>
              </a:rPr>
              <a:t>…….!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336045" y="2956555"/>
            <a:ext cx="2138700" cy="619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 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390" y="1778025"/>
            <a:ext cx="3296925" cy="24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6111240" y="2778013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FFFF00"/>
                </a:highlight>
              </a:rPr>
              <a:t>Kidnappers</a:t>
            </a:r>
            <a:endParaRPr b="1" sz="1800">
              <a:highlight>
                <a:srgbClr val="FFFF00"/>
              </a:highlight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8122930" y="4633250"/>
            <a:ext cx="88035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105080" y="178408"/>
            <a:ext cx="91440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You somehow managed to </a:t>
            </a:r>
            <a:r>
              <a:rPr b="1" lang="en" sz="1800">
                <a:solidFill>
                  <a:schemeClr val="dk1"/>
                </a:solidFill>
              </a:rPr>
              <a:t>free yourself</a:t>
            </a:r>
            <a:r>
              <a:rPr lang="en" sz="1800">
                <a:solidFill>
                  <a:schemeClr val="dk1"/>
                </a:solidFill>
              </a:rPr>
              <a:t> and now you have two options…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Go towards the staircase……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Go toward the door……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016000" y="3180075"/>
            <a:ext cx="2631300" cy="965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5405130" y="3180075"/>
            <a:ext cx="2631300" cy="965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2.)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 u="sng">
                <a:solidFill>
                  <a:schemeClr val="dk1"/>
                </a:solidFill>
              </a:rPr>
              <a:t>Choose below</a:t>
            </a:r>
            <a:endParaRPr b="1" i="1" sz="1800" u="sng">
              <a:solidFill>
                <a:schemeClr val="dk1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650" y="2198050"/>
            <a:ext cx="1737350" cy="22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98050"/>
            <a:ext cx="1737351" cy="2233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67025" y="1537887"/>
            <a:ext cx="9144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267026" y="2039164"/>
            <a:ext cx="9144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921375" y="744375"/>
            <a:ext cx="5835300" cy="675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548650" y="254002"/>
            <a:ext cx="8046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</a:rPr>
              <a:t>Well, you are safe, no kidnappers are around </a:t>
            </a:r>
            <a:endParaRPr b="1"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</a:rPr>
              <a:t>Again you have 2 options </a:t>
            </a:r>
            <a:endParaRPr b="1" i="1" sz="1800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295410" y="1169520"/>
            <a:ext cx="5796300" cy="742800"/>
          </a:xfrm>
          <a:prstGeom prst="rect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 u="sng"/>
              <a:t>Climb up the stairs</a:t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 u="sng"/>
              <a:t>Go toward the main hall from the door</a:t>
            </a:r>
            <a:endParaRPr b="1" sz="1800" u="sng"/>
          </a:p>
        </p:txBody>
      </p:sp>
      <p:sp>
        <p:nvSpPr>
          <p:cNvPr id="131" name="Google Shape;131;p21"/>
          <p:cNvSpPr/>
          <p:nvPr/>
        </p:nvSpPr>
        <p:spPr>
          <a:xfrm>
            <a:off x="1503675" y="3739900"/>
            <a:ext cx="2214900" cy="74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5466075" y="3739900"/>
            <a:ext cx="2214900" cy="74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2.)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600" y="2080245"/>
            <a:ext cx="1991400" cy="247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81845"/>
            <a:ext cx="1899925" cy="24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8102595" y="4554226"/>
            <a:ext cx="859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00"/>
                </a:solidFill>
              </a:rPr>
              <a:t>_</a:t>
            </a:r>
            <a:r>
              <a:rPr lang="en" sz="25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5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741690" y="-9"/>
            <a:ext cx="80874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Sounds Safe……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41" name="Google Shape;141;p22"/>
          <p:cNvSpPr txBox="1"/>
          <p:nvPr/>
        </p:nvSpPr>
        <p:spPr>
          <a:xfrm>
            <a:off x="548700" y="726343"/>
            <a:ext cx="80466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Now there are two doors in front of you again…🤧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It’s the </a:t>
            </a:r>
            <a:r>
              <a:rPr b="1" lang="en" sz="1800" u="sng"/>
              <a:t>point of alert </a:t>
            </a:r>
            <a:endParaRPr b="1"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Open the door that has written Kitchen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Open the door that has written Laundry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42" name="Google Shape;142;p22"/>
          <p:cNvSpPr txBox="1"/>
          <p:nvPr/>
        </p:nvSpPr>
        <p:spPr>
          <a:xfrm>
            <a:off x="386135" y="1579885"/>
            <a:ext cx="6121500" cy="710100"/>
          </a:xfrm>
          <a:prstGeom prst="rect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1402075" y="3615375"/>
            <a:ext cx="2037000" cy="704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1.)</a:t>
            </a:r>
            <a:endParaRPr/>
          </a:p>
        </p:txBody>
      </p:sp>
      <p:sp>
        <p:nvSpPr>
          <p:cNvPr id="144" name="Google Shape;144;p22">
            <a:hlinkClick action="ppaction://hlinkshowjump?jump=nextslide"/>
          </p:cNvPr>
          <p:cNvSpPr/>
          <p:nvPr/>
        </p:nvSpPr>
        <p:spPr>
          <a:xfrm>
            <a:off x="5760720" y="3615375"/>
            <a:ext cx="2108100" cy="704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2.)</a:t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875" y="2381250"/>
            <a:ext cx="1849125" cy="20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6200" y="2381250"/>
            <a:ext cx="1658549" cy="227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487730" y="94488"/>
            <a:ext cx="8046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veat"/>
                <a:ea typeface="Caveat"/>
                <a:cs typeface="Caveat"/>
                <a:sym typeface="Caveat"/>
              </a:rPr>
              <a:t>More to go yet…..</a:t>
            </a:r>
            <a:endParaRPr b="1" sz="22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veat"/>
                <a:ea typeface="Caveat"/>
                <a:cs typeface="Caveat"/>
                <a:sym typeface="Caveat"/>
              </a:rPr>
              <a:t>Almost halfway there…..</a:t>
            </a:r>
            <a:endParaRPr b="1" sz="22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548690" y="1029208"/>
            <a:ext cx="80466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veat"/>
                <a:ea typeface="Caveat"/>
                <a:cs typeface="Caveat"/>
                <a:sym typeface="Caveat"/>
              </a:rPr>
              <a:t>Would you rather…?</a:t>
            </a:r>
            <a:endParaRPr b="1" sz="26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429300" y="1694500"/>
            <a:ext cx="8285400" cy="992700"/>
          </a:xfrm>
          <a:prstGeom prst="rect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1.) </a:t>
            </a:r>
            <a:r>
              <a:rPr b="1" lang="en" sz="2600"/>
              <a:t>Go towards the kitchen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2.) Go towards the dining area </a:t>
            </a:r>
            <a:endParaRPr b="1" sz="2600"/>
          </a:p>
        </p:txBody>
      </p:sp>
      <p:sp>
        <p:nvSpPr>
          <p:cNvPr id="155" name="Google Shape;155;p23"/>
          <p:cNvSpPr/>
          <p:nvPr/>
        </p:nvSpPr>
        <p:spPr>
          <a:xfrm>
            <a:off x="1295410" y="3429200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1.)</a:t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5557530" y="3429200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2.)</a:t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C102"/>
            </a:gs>
            <a:gs pos="100000">
              <a:srgbClr val="795C0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2697480" y="455168"/>
            <a:ext cx="8046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Caveat"/>
                <a:ea typeface="Caveat"/>
                <a:cs typeface="Caveat"/>
                <a:sym typeface="Caveat"/>
              </a:rPr>
              <a:t>Lesssss gooo 🥳</a:t>
            </a:r>
            <a:endParaRPr b="1" sz="45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Caveat"/>
                <a:ea typeface="Caveat"/>
                <a:cs typeface="Caveat"/>
                <a:sym typeface="Caveat"/>
              </a:rPr>
              <a:t>Halfway there</a:t>
            </a:r>
            <a:endParaRPr b="1" sz="45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3312170" y="2717290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1498600" y="94488"/>
            <a:ext cx="8046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Amatic SC"/>
                <a:ea typeface="Amatic SC"/>
                <a:cs typeface="Amatic SC"/>
                <a:sym typeface="Amatic SC"/>
              </a:rPr>
              <a:t>Suddenly you saw Kidnappers in front of you….</a:t>
            </a:r>
            <a:endParaRPr sz="34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Amatic SC"/>
                <a:ea typeface="Amatic SC"/>
                <a:cs typeface="Amatic SC"/>
                <a:sym typeface="Amatic SC"/>
              </a:rPr>
              <a:t>Would you rather…?</a:t>
            </a:r>
            <a:endParaRPr sz="34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848369" y="1506740"/>
            <a:ext cx="6893700" cy="838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ora"/>
              <a:buAutoNum type="arabicPeriod"/>
            </a:pPr>
            <a:r>
              <a:rPr lang="en" sz="2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Walk Ahead slowly……</a:t>
            </a:r>
            <a:endParaRPr sz="2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ora"/>
              <a:buAutoNum type="arabicPeriod"/>
            </a:pPr>
            <a:r>
              <a:rPr lang="en" sz="2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 back immediately….</a:t>
            </a:r>
            <a:endParaRPr sz="2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1239530" y="3169920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5344170" y="3169925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2.)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2199690" y="147818"/>
            <a:ext cx="804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They were sleeping dude…..</a:t>
            </a:r>
            <a:endParaRPr b="1" sz="300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You could choose any of it 😂 </a:t>
            </a:r>
            <a:endParaRPr b="1" sz="300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360805" y="1256023"/>
            <a:ext cx="8046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So, Would you rather…?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279520" y="1769528"/>
            <a:ext cx="8046600" cy="1031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"/>
                <a:ea typeface="Playfair Display"/>
                <a:cs typeface="Playfair Display"/>
                <a:sym typeface="Playfair Display"/>
              </a:rPr>
              <a:t>1.) Take a</a:t>
            </a: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 break and find something to eat……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2.) Go towards the gym area….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366530" y="3314425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/>
          </a:p>
        </p:txBody>
      </p:sp>
      <p:sp>
        <p:nvSpPr>
          <p:cNvPr id="183" name="Google Shape;183;p26"/>
          <p:cNvSpPr/>
          <p:nvPr/>
        </p:nvSpPr>
        <p:spPr>
          <a:xfrm>
            <a:off x="5466090" y="3314425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2.)</a:t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2179370" y="868178"/>
            <a:ext cx="80466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EB Garamond"/>
                <a:ea typeface="EB Garamond"/>
                <a:cs typeface="EB Garamond"/>
                <a:sym typeface="EB Garamond"/>
              </a:rPr>
              <a:t>Let the true game begin…😈</a:t>
            </a:r>
            <a:endParaRPr sz="29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1732280" y="150368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matic SC"/>
                <a:ea typeface="Amatic SC"/>
                <a:cs typeface="Amatic SC"/>
                <a:sym typeface="Amatic SC"/>
              </a:rPr>
              <a:t>Ahhhhh…. I see, slowly being expert Huhhh….¿</a:t>
            </a:r>
            <a:endParaRPr b="1" sz="30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3291850" y="2743200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635000" y="1566763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1097390" y="1566778"/>
            <a:ext cx="8046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Just one more mistake, and the game is over…..</a:t>
            </a:r>
            <a:endParaRPr sz="2400" u="sng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/>
        </p:nvSpPr>
        <p:spPr>
          <a:xfrm>
            <a:off x="2006600" y="99568"/>
            <a:ext cx="8046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74E13"/>
                </a:solidFill>
                <a:latin typeface="Georgia"/>
                <a:ea typeface="Georgia"/>
                <a:cs typeface="Georgia"/>
                <a:sym typeface="Georgia"/>
              </a:rPr>
              <a:t>Difficulty increases here…..</a:t>
            </a:r>
            <a:endParaRPr b="1" sz="2400">
              <a:solidFill>
                <a:srgbClr val="274E1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1478290" y="2974775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1.)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5146050" y="2974775"/>
            <a:ext cx="2037000" cy="777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2.)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670560" y="729018"/>
            <a:ext cx="80466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Amatic SC"/>
                <a:ea typeface="Amatic SC"/>
                <a:cs typeface="Amatic SC"/>
                <a:sym typeface="Amatic SC"/>
              </a:rPr>
              <a:t>Would you rather…?</a:t>
            </a:r>
            <a:endParaRPr sz="33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670560" y="1335123"/>
            <a:ext cx="8046600" cy="95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veat"/>
              <a:buAutoNum type="arabicPeriod"/>
            </a:pPr>
            <a:r>
              <a:rPr b="1" lang="en" sz="2500">
                <a:latin typeface="Caveat"/>
                <a:ea typeface="Caveat"/>
                <a:cs typeface="Caveat"/>
                <a:sym typeface="Caveat"/>
              </a:rPr>
              <a:t>Take the pepper spray, spray it in front of Kidnappers </a:t>
            </a:r>
            <a:endParaRPr b="1" sz="2500">
              <a:latin typeface="Caveat"/>
              <a:ea typeface="Caveat"/>
              <a:cs typeface="Caveat"/>
              <a:sym typeface="Cavea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veat"/>
              <a:buAutoNum type="arabicPeriod"/>
            </a:pPr>
            <a:r>
              <a:rPr b="1" lang="en" sz="2500">
                <a:latin typeface="Caveat"/>
                <a:ea typeface="Caveat"/>
                <a:cs typeface="Caveat"/>
                <a:sym typeface="Caveat"/>
              </a:rPr>
              <a:t>Take a stick and hit the Kidnapper in front of you </a:t>
            </a:r>
            <a:endParaRPr b="1" sz="25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/>
        </p:nvSpPr>
        <p:spPr>
          <a:xfrm>
            <a:off x="2108200" y="179828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FF"/>
                </a:solidFill>
                <a:latin typeface="Amatic SC"/>
                <a:ea typeface="Amatic SC"/>
                <a:cs typeface="Amatic SC"/>
                <a:sym typeface="Amatic SC"/>
              </a:rPr>
              <a:t>You</a:t>
            </a:r>
            <a:r>
              <a:rPr b="1" lang="en" sz="3000">
                <a:solidFill>
                  <a:srgbClr val="0000FF"/>
                </a:solidFill>
                <a:latin typeface="Amatic SC"/>
                <a:ea typeface="Amatic SC"/>
                <a:cs typeface="Amatic SC"/>
                <a:sym typeface="Amatic SC"/>
              </a:rPr>
              <a:t> eliminated 1 Kidnapper, Yayyyy…</a:t>
            </a:r>
            <a:endParaRPr b="1" sz="3000">
              <a:solidFill>
                <a:srgbClr val="0000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965190" y="770443"/>
            <a:ext cx="8046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Would you rather…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1036366" y="1376530"/>
            <a:ext cx="6273900" cy="954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1.) Take up the torch </a:t>
            </a:r>
            <a:endParaRPr b="1"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2.) Take the mobile phone</a:t>
            </a:r>
            <a:endParaRPr b="1" sz="2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1397056" y="2941355"/>
            <a:ext cx="1950600" cy="75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5156206" y="2941350"/>
            <a:ext cx="1950600" cy="75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2.)</a:t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>
            <a:hlinkClick action="ppaction://hlinksldjump" r:id="rId3"/>
          </p:cNvPr>
          <p:cNvSpPr/>
          <p:nvPr/>
        </p:nvSpPr>
        <p:spPr>
          <a:xfrm>
            <a:off x="1281325" y="2907025"/>
            <a:ext cx="2229000" cy="66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1.)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0" name="Google Shape;220;p30">
            <a:hlinkClick action="ppaction://hlinkshowjump?jump=nextslide"/>
          </p:cNvPr>
          <p:cNvSpPr/>
          <p:nvPr/>
        </p:nvSpPr>
        <p:spPr>
          <a:xfrm>
            <a:off x="5604405" y="2907030"/>
            <a:ext cx="2229000" cy="668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2.)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635000" y="211328"/>
            <a:ext cx="8046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B Garamond"/>
                <a:ea typeface="EB Garamond"/>
                <a:cs typeface="EB Garamond"/>
                <a:sym typeface="EB Garamond"/>
              </a:rPr>
              <a:t>Good choice…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B Garamond"/>
                <a:ea typeface="EB Garamond"/>
                <a:cs typeface="EB Garamond"/>
                <a:sym typeface="EB Garamond"/>
              </a:rPr>
              <a:t>Not yet, So would you rather 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741680" y="1293368"/>
            <a:ext cx="80466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matic SC"/>
              <a:buAutoNum type="arabicPeriod"/>
            </a:pPr>
            <a:r>
              <a:rPr b="1" i="1" lang="en" sz="26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Try to eliminate the other Kidnapper </a:t>
            </a:r>
            <a:endParaRPr b="1" i="1" sz="260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matic SC"/>
              <a:buAutoNum type="arabicPeriod"/>
            </a:pPr>
            <a:r>
              <a:rPr b="1" i="1" lang="en" sz="26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Go towards the second floor</a:t>
            </a:r>
            <a:endParaRPr b="1" i="1" sz="260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501487" y="1"/>
            <a:ext cx="9144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Georgia"/>
                <a:ea typeface="Georgia"/>
                <a:cs typeface="Georgia"/>
                <a:sym typeface="Georgia"/>
              </a:rPr>
              <a:t>Now it’s feeling boring, isn’t it ?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2097128" y="515164"/>
            <a:ext cx="91440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ora"/>
                <a:ea typeface="Lora"/>
                <a:cs typeface="Lora"/>
                <a:sym typeface="Lora"/>
              </a:rPr>
              <a:t>Let’s make it more crazier 🫠🤡</a:t>
            </a:r>
            <a:endParaRPr sz="29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0" y="1368344"/>
            <a:ext cx="91440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elimination round starts now…😓</a:t>
            </a:r>
            <a:endParaRPr sz="43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2" name="Google Shape;232;p31"/>
          <p:cNvCxnSpPr/>
          <p:nvPr/>
        </p:nvCxnSpPr>
        <p:spPr>
          <a:xfrm>
            <a:off x="1810564" y="2051538"/>
            <a:ext cx="1823400" cy="644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3" name="Google Shape;233;p31"/>
          <p:cNvSpPr txBox="1"/>
          <p:nvPr/>
        </p:nvSpPr>
        <p:spPr>
          <a:xfrm>
            <a:off x="3790462" y="2454064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One Wrong Choice..,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game is over..!!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34" name="Google Shape;234;p31">
            <a:hlinkClick action="ppaction://hlinkshowjump?jump=nextslide"/>
          </p:cNvPr>
          <p:cNvSpPr/>
          <p:nvPr/>
        </p:nvSpPr>
        <p:spPr>
          <a:xfrm>
            <a:off x="3451800" y="3813384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Continue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48650" y="1228823"/>
            <a:ext cx="8046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Would you rather..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AutoNum type="arabicPeriod"/>
            </a:pPr>
            <a:r>
              <a:rPr lang="en" sz="2000">
                <a:solidFill>
                  <a:srgbClr val="FFFFFF"/>
                </a:solidFill>
              </a:rPr>
              <a:t>Plan to unconscious other Kidnappers </a:t>
            </a:r>
            <a:endParaRPr sz="2000">
              <a:solidFill>
                <a:srgbClr val="FFFFF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AutoNum type="arabicPeriod"/>
            </a:pPr>
            <a:r>
              <a:rPr lang="en" sz="2000">
                <a:solidFill>
                  <a:srgbClr val="FFFFFF"/>
                </a:solidFill>
              </a:rPr>
              <a:t>Try to find out the way to get out of the house 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726440" y="312928"/>
            <a:ext cx="8046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veat"/>
                <a:ea typeface="Caveat"/>
                <a:cs typeface="Caveat"/>
                <a:sym typeface="Caveat"/>
              </a:rPr>
              <a:t>The game creator himself got ragebitted while creating this game, so he  wishes to just keep 2 more elimination qualifiers…</a:t>
            </a:r>
            <a:endParaRPr sz="24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238750" y="1812500"/>
            <a:ext cx="7467600" cy="77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1338520" y="3645744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howjump?jump=nextslide"/>
              </a:rPr>
              <a:t>1.)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5112960" y="3645749"/>
            <a:ext cx="2240400" cy="5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2.)</a:t>
            </a:r>
            <a:r>
              <a:rPr lang="en"/>
              <a:t> </a:t>
            </a:r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452245" y="246888"/>
            <a:ext cx="8046600" cy="3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Playfair Display"/>
                <a:ea typeface="Playfair Display"/>
                <a:cs typeface="Playfair Display"/>
                <a:sym typeface="Playfair Display"/>
              </a:rPr>
              <a:t>Last but not the least…,  </a:t>
            </a:r>
            <a:endParaRPr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Would you rather….?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AutoNum type="arabicPeriod"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Jump out of the window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AutoNum type="arabicPeriod"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Run with maximum speed and get out 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325120" y="2060460"/>
            <a:ext cx="7538700" cy="85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sp>
        <p:nvSpPr>
          <p:cNvPr id="254" name="Google Shape;254;p33">
            <a:hlinkClick action="ppaction://hlinksldjump" r:id="rId3"/>
          </p:cNvPr>
          <p:cNvSpPr/>
          <p:nvPr/>
        </p:nvSpPr>
        <p:spPr>
          <a:xfrm>
            <a:off x="1584976" y="3807650"/>
            <a:ext cx="2097900" cy="70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1.)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5" name="Google Shape;255;p33">
            <a:hlinkClick action="ppaction://hlinksldjump" r:id="rId4"/>
          </p:cNvPr>
          <p:cNvSpPr/>
          <p:nvPr/>
        </p:nvSpPr>
        <p:spPr>
          <a:xfrm>
            <a:off x="4922535" y="3807650"/>
            <a:ext cx="2097900" cy="700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2.)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/>
        </p:nvSpPr>
        <p:spPr>
          <a:xfrm>
            <a:off x="1041300" y="-5"/>
            <a:ext cx="81027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latin typeface="Amatic SC"/>
                <a:ea typeface="Amatic SC"/>
                <a:cs typeface="Amatic SC"/>
                <a:sym typeface="Amatic SC"/>
              </a:rPr>
              <a:t>Told you to be careful…….🤕</a:t>
            </a:r>
            <a:endParaRPr b="1" sz="43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1069345" y="735298"/>
            <a:ext cx="8046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You have been spotted by the Kidnappers..</a:t>
            </a:r>
            <a:endParaRPr b="1" sz="2100" u="sng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4023415" y="2225040"/>
            <a:ext cx="1341000" cy="134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over sticker </a:t>
            </a:r>
            <a:endParaRPr/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375" y="1621800"/>
            <a:ext cx="3262974" cy="21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>
            <a:hlinkClick action="ppaction://hlinksldjump" r:id="rId4"/>
          </p:cNvPr>
          <p:cNvSpPr/>
          <p:nvPr/>
        </p:nvSpPr>
        <p:spPr>
          <a:xfrm>
            <a:off x="3619475" y="4100950"/>
            <a:ext cx="2247900" cy="6234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action="ppaction://hlinksldjump" r:id="rId5"/>
              </a:rPr>
              <a:t>Continue</a:t>
            </a:r>
            <a:endParaRPr b="1"/>
          </a:p>
        </p:txBody>
      </p:sp>
      <p:sp>
        <p:nvSpPr>
          <p:cNvPr id="265" name="Google Shape;265;p34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152400" y="94485"/>
            <a:ext cx="899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Congratulations, you successfully escaped from the Kidnappers…..🫡</a:t>
            </a:r>
            <a:endParaRPr sz="3000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377200" y="1330960"/>
            <a:ext cx="8186400" cy="137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highlight>
                  <a:srgbClr val="FFFF00"/>
                </a:highlight>
                <a:latin typeface="Caveat"/>
                <a:ea typeface="Caveat"/>
                <a:cs typeface="Caveat"/>
                <a:sym typeface="Caveat"/>
              </a:rPr>
              <a:t>  But yeah…. You seemed lucky enough…..</a:t>
            </a:r>
            <a:endParaRPr b="1" sz="2000">
              <a:solidFill>
                <a:srgbClr val="FF0000"/>
              </a:solidFill>
              <a:highlight>
                <a:srgbClr val="FFFF00"/>
              </a:highlight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highlight>
                  <a:srgbClr val="FFFF00"/>
                </a:highlight>
                <a:latin typeface="Caveat"/>
                <a:ea typeface="Caveat"/>
                <a:cs typeface="Caveat"/>
                <a:sym typeface="Caveat"/>
              </a:rPr>
              <a:t>  Because this game is created in such a way that a person could easily be </a:t>
            </a:r>
            <a:r>
              <a:rPr b="1" lang="en" sz="2000" u="sng">
                <a:solidFill>
                  <a:srgbClr val="FF0000"/>
                </a:solidFill>
                <a:highlight>
                  <a:srgbClr val="FFFF00"/>
                </a:highlight>
                <a:latin typeface="Caveat"/>
                <a:ea typeface="Caveat"/>
                <a:cs typeface="Caveat"/>
                <a:sym typeface="Caveat"/>
              </a:rPr>
              <a:t>ragebitted</a:t>
            </a:r>
            <a:endParaRPr b="1" sz="2000" u="sng">
              <a:solidFill>
                <a:srgbClr val="FF0000"/>
              </a:solidFill>
              <a:highlight>
                <a:srgbClr val="FFFF00"/>
              </a:highlight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highlight>
                  <a:srgbClr val="FFFF00"/>
                </a:highlight>
                <a:latin typeface="Caveat"/>
                <a:ea typeface="Caveat"/>
                <a:cs typeface="Caveat"/>
                <a:sym typeface="Caveat"/>
              </a:rPr>
              <a:t>Thats other thing that creator got ragebitted </a:t>
            </a:r>
            <a:endParaRPr b="1" sz="2000">
              <a:solidFill>
                <a:srgbClr val="FF0000"/>
              </a:solidFill>
              <a:highlight>
                <a:srgbClr val="FFFF00"/>
              </a:highlight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FF0000"/>
              </a:solidFill>
              <a:highlight>
                <a:srgbClr val="FFFF00"/>
              </a:highlight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3457000" y="3332490"/>
            <a:ext cx="2026800" cy="5790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Continue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548690" y="196088"/>
            <a:ext cx="8046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Congrats dude </a:t>
            </a:r>
            <a:endParaRPr b="1" sz="3900" u="sng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428452" y="977300"/>
            <a:ext cx="8046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E7CC3"/>
                </a:solidFill>
                <a:latin typeface="Amatic SC"/>
                <a:ea typeface="Amatic SC"/>
                <a:cs typeface="Amatic SC"/>
                <a:sym typeface="Amatic SC"/>
              </a:rPr>
              <a:t>Let’s go to the part 2 of this game wohooo🤓</a:t>
            </a:r>
            <a:endParaRPr b="1" sz="2400">
              <a:solidFill>
                <a:srgbClr val="8E7CC3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792239" y="1602686"/>
            <a:ext cx="816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00FF"/>
                </a:solidFill>
                <a:latin typeface="Amatic SC"/>
                <a:ea typeface="Amatic SC"/>
                <a:cs typeface="Amatic SC"/>
                <a:sym typeface="Amatic SC"/>
              </a:rPr>
              <a:t>It’s called how weird you could think…..</a:t>
            </a:r>
            <a:endParaRPr sz="2500">
              <a:solidFill>
                <a:srgbClr val="FF00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82" name="Google Shape;282;p36">
            <a:hlinkClick action="ppaction://hlinkshowjump?jump=nextslide"/>
          </p:cNvPr>
          <p:cNvSpPr/>
          <p:nvPr/>
        </p:nvSpPr>
        <p:spPr>
          <a:xfrm>
            <a:off x="3616950" y="309881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>
            <a:hlinkClick action="ppaction://hlinkshowjump?jump=nextslide"/>
          </p:cNvPr>
          <p:cNvSpPr/>
          <p:nvPr/>
        </p:nvSpPr>
        <p:spPr>
          <a:xfrm>
            <a:off x="3703300" y="269241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Play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736600" y="526288"/>
            <a:ext cx="80466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Let’s start game of rage.bait, </a:t>
            </a:r>
            <a:endParaRPr sz="23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Very unfortunate unusual situational game it’s </a:t>
            </a:r>
            <a:endParaRPr sz="23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>
            <a:hlinkClick action="ppaction://hlinkshowjump?jump=nextslide"/>
          </p:cNvPr>
          <p:cNvSpPr/>
          <p:nvPr/>
        </p:nvSpPr>
        <p:spPr>
          <a:xfrm>
            <a:off x="5389870" y="274320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5" name="Google Shape;295;p38">
            <a:hlinkClick action="ppaction://hlinkshowjump?jump=nextslide"/>
          </p:cNvPr>
          <p:cNvSpPr/>
          <p:nvPr/>
        </p:nvSpPr>
        <p:spPr>
          <a:xfrm>
            <a:off x="1407150" y="274321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6" name="Google Shape;296;p38"/>
          <p:cNvSpPr txBox="1"/>
          <p:nvPr/>
        </p:nvSpPr>
        <p:spPr>
          <a:xfrm>
            <a:off x="1305560" y="165608"/>
            <a:ext cx="804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So, Where would you go to Travel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arabicPeriod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Disney Land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AutoNum type="arabicPeriod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Universal Studios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/>
        </p:nvSpPr>
        <p:spPr>
          <a:xfrm>
            <a:off x="1635760" y="287528"/>
            <a:ext cx="80466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Ewwww, bad</a:t>
            </a: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 choicee 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Zero friendly vibes 🥺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303" name="Google Shape;303;p39">
            <a:hlinkClick action="ppaction://hlinkshowjump?jump=nextslide"/>
          </p:cNvPr>
          <p:cNvSpPr/>
          <p:nvPr/>
        </p:nvSpPr>
        <p:spPr>
          <a:xfrm>
            <a:off x="3449310" y="3291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548640" y="2101088"/>
            <a:ext cx="8046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1010920" y="409448"/>
            <a:ext cx="80466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Which travel method would you recommend </a:t>
            </a:r>
            <a:endParaRPr sz="22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matic SC"/>
              <a:buAutoNum type="arabicPeriod"/>
            </a:pPr>
            <a:r>
              <a:rPr lang="en" sz="22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Airways from India to Australia </a:t>
            </a:r>
            <a:endParaRPr sz="22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matic SC"/>
              <a:buAutoNum type="arabicPeriod"/>
            </a:pPr>
            <a:r>
              <a:rPr lang="en" sz="22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Train from USA to Alaska </a:t>
            </a:r>
            <a:endParaRPr sz="22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312" name="Google Shape;312;p40">
            <a:hlinkClick action="ppaction://hlinkshowjump?jump=nextslide"/>
          </p:cNvPr>
          <p:cNvSpPr/>
          <p:nvPr/>
        </p:nvSpPr>
        <p:spPr>
          <a:xfrm>
            <a:off x="1513830" y="2910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13" name="Google Shape;313;p40">
            <a:hlinkClick action="ppaction://hlinkshowjump?jump=nextslide"/>
          </p:cNvPr>
          <p:cNvSpPr/>
          <p:nvPr/>
        </p:nvSpPr>
        <p:spPr>
          <a:xfrm>
            <a:off x="5191750" y="2910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14" name="Google Shape;314;p40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/>
        </p:nvSpPr>
        <p:spPr>
          <a:xfrm>
            <a:off x="1635760" y="287528"/>
            <a:ext cx="80466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Ewwww, bad</a:t>
            </a: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 choicee 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Zero friendly vibes 🥺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320" name="Google Shape;320;p41">
            <a:hlinkClick action="ppaction://hlinkshowjump?jump=nextslide"/>
          </p:cNvPr>
          <p:cNvSpPr/>
          <p:nvPr/>
        </p:nvSpPr>
        <p:spPr>
          <a:xfrm>
            <a:off x="3449310" y="3291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21" name="Google Shape;321;p41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1336150" y="231648"/>
            <a:ext cx="80466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swald"/>
                <a:ea typeface="Oswald"/>
                <a:cs typeface="Oswald"/>
                <a:sym typeface="Oswald"/>
              </a:rPr>
              <a:t>What would you eat everyday for lunch for a week 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swald"/>
              <a:buAutoNum type="arabicPeriod"/>
            </a:pPr>
            <a:r>
              <a:rPr lang="en" sz="2100">
                <a:latin typeface="Oswald"/>
                <a:ea typeface="Oswald"/>
                <a:cs typeface="Oswald"/>
                <a:sym typeface="Oswald"/>
              </a:rPr>
              <a:t>French Fries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Oswald"/>
              <a:buAutoNum type="arabicPeriod"/>
            </a:pPr>
            <a:r>
              <a:rPr lang="en" sz="2100">
                <a:latin typeface="Oswald"/>
                <a:ea typeface="Oswald"/>
                <a:cs typeface="Oswald"/>
                <a:sym typeface="Oswald"/>
              </a:rPr>
              <a:t>Pizza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7" name="Google Shape;327;p42">
            <a:hlinkClick action="ppaction://hlinkshowjump?jump=nextslide"/>
          </p:cNvPr>
          <p:cNvSpPr/>
          <p:nvPr/>
        </p:nvSpPr>
        <p:spPr>
          <a:xfrm>
            <a:off x="1127750" y="25717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28" name="Google Shape;328;p42">
            <a:hlinkClick action="ppaction://hlinkshowjump?jump=nextslide"/>
          </p:cNvPr>
          <p:cNvSpPr/>
          <p:nvPr/>
        </p:nvSpPr>
        <p:spPr>
          <a:xfrm>
            <a:off x="4886950" y="25717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29" name="Google Shape;329;p42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5" name="Google Shape;335;p43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/>
        </p:nvSpPr>
        <p:spPr>
          <a:xfrm>
            <a:off x="457200" y="485648"/>
            <a:ext cx="8046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Would you rather…</a:t>
            </a:r>
            <a:endParaRPr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matic SC"/>
              <a:buAutoNum type="arabicPeriod"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Watch your parents eating pizza everyday </a:t>
            </a:r>
            <a:endParaRPr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matic SC"/>
              <a:buAutoNum type="arabicPeriod"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Join them twice and eat bitter gourd and stop their pizza forever</a:t>
            </a:r>
            <a:endParaRPr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342" name="Google Shape;342;p44">
            <a:hlinkClick action="ppaction://hlinkshowjump?jump=nextslide"/>
          </p:cNvPr>
          <p:cNvSpPr/>
          <p:nvPr/>
        </p:nvSpPr>
        <p:spPr>
          <a:xfrm>
            <a:off x="1275070" y="304801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43" name="Google Shape;343;p44">
            <a:hlinkClick action="ppaction://hlinkshowjump?jump=nextslide"/>
          </p:cNvPr>
          <p:cNvSpPr/>
          <p:nvPr/>
        </p:nvSpPr>
        <p:spPr>
          <a:xfrm>
            <a:off x="5135870" y="304800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4" name="Google Shape;344;p44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0" name="Google Shape;350;p45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1" name="Google Shape;351;p45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/>
        </p:nvSpPr>
        <p:spPr>
          <a:xfrm>
            <a:off x="1381760" y="196088"/>
            <a:ext cx="8046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Which cake is best 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AutoNum type="arabicPeriod"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Chocolate Truffle 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layfair Display"/>
              <a:buAutoNum type="arabicPeriod"/>
            </a:pPr>
            <a:r>
              <a:rPr lang="en" sz="2400">
                <a:latin typeface="Playfair Display"/>
                <a:ea typeface="Playfair Display"/>
                <a:cs typeface="Playfair Display"/>
                <a:sym typeface="Playfair Display"/>
              </a:rPr>
              <a:t>Brownies made by mom</a:t>
            </a:r>
            <a:endParaRPr sz="24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7" name="Google Shape;357;p46">
            <a:hlinkClick action="ppaction://hlinkshowjump?jump=nextslide"/>
          </p:cNvPr>
          <p:cNvSpPr/>
          <p:nvPr/>
        </p:nvSpPr>
        <p:spPr>
          <a:xfrm>
            <a:off x="1219190" y="2910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8" name="Google Shape;358;p46">
            <a:hlinkClick action="ppaction://hlinkshowjump?jump=nextslide"/>
          </p:cNvPr>
          <p:cNvSpPr/>
          <p:nvPr/>
        </p:nvSpPr>
        <p:spPr>
          <a:xfrm>
            <a:off x="5354310" y="2910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59" name="Google Shape;359;p46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695960" y="384048"/>
            <a:ext cx="80466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Where would you go if you had a helicopter </a:t>
            </a:r>
            <a:endParaRPr sz="2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AutoNum type="arabicPeriod"/>
            </a:pPr>
            <a:r>
              <a:rPr lang="en" sz="2300">
                <a:solidFill>
                  <a:srgbClr val="FFFFFF"/>
                </a:solidFill>
              </a:rPr>
              <a:t>Private Island </a:t>
            </a:r>
            <a:endParaRPr sz="2300">
              <a:solidFill>
                <a:srgbClr val="FFFFFF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AutoNum type="arabicPeriod"/>
            </a:pPr>
            <a:r>
              <a:rPr lang="en" sz="2300">
                <a:solidFill>
                  <a:srgbClr val="FFFFFF"/>
                </a:solidFill>
              </a:rPr>
              <a:t>Cousins home 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365" name="Google Shape;365;p47">
            <a:hlinkClick action="ppaction://hlinkshowjump?jump=nextslide"/>
          </p:cNvPr>
          <p:cNvSpPr/>
          <p:nvPr/>
        </p:nvSpPr>
        <p:spPr>
          <a:xfrm>
            <a:off x="1452870" y="33934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66" name="Google Shape;366;p47">
            <a:hlinkClick action="ppaction://hlinkshowjump?jump=nextslide"/>
          </p:cNvPr>
          <p:cNvSpPr/>
          <p:nvPr/>
        </p:nvSpPr>
        <p:spPr>
          <a:xfrm>
            <a:off x="4759950" y="33934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7" name="Google Shape;367;p47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/>
          <p:nvPr/>
        </p:nvSpPr>
        <p:spPr>
          <a:xfrm>
            <a:off x="655320" y="470408"/>
            <a:ext cx="804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What would you do if you got 10 $ 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buy yourself some food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Do party with cousins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373" name="Google Shape;373;p48">
            <a:hlinkClick action="ppaction://hlinkshowjump?jump=nextslide"/>
          </p:cNvPr>
          <p:cNvSpPr/>
          <p:nvPr/>
        </p:nvSpPr>
        <p:spPr>
          <a:xfrm>
            <a:off x="1427470" y="3368050"/>
            <a:ext cx="2113200" cy="5886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74" name="Google Shape;374;p48">
            <a:hlinkClick action="ppaction://hlinkshowjump?jump=nextslide"/>
          </p:cNvPr>
          <p:cNvSpPr/>
          <p:nvPr/>
        </p:nvSpPr>
        <p:spPr>
          <a:xfrm>
            <a:off x="4968230" y="336804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75" name="Google Shape;375;p48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1" name="Google Shape;381;p49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82" name="Google Shape;382;p49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/>
        </p:nvSpPr>
        <p:spPr>
          <a:xfrm>
            <a:off x="777240" y="241808"/>
            <a:ext cx="80466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What if you found a genie </a:t>
            </a:r>
            <a:endParaRPr sz="24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ora"/>
              <a:buAutoNum type="arabicPeriod"/>
            </a:pPr>
            <a:r>
              <a:rPr lang="en" sz="2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You would ask for a cool house</a:t>
            </a:r>
            <a:endParaRPr sz="2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ora"/>
              <a:buAutoNum type="arabicPeriod"/>
            </a:pPr>
            <a:r>
              <a:rPr lang="en" sz="22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You would ask for a cool car</a:t>
            </a:r>
            <a:endParaRPr sz="22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8" name="Google Shape;388;p50">
            <a:hlinkClick action="ppaction://hlinkshowjump?jump=nextslide"/>
          </p:cNvPr>
          <p:cNvSpPr/>
          <p:nvPr/>
        </p:nvSpPr>
        <p:spPr>
          <a:xfrm>
            <a:off x="1153150" y="287021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89" name="Google Shape;389;p50">
            <a:hlinkClick action="ppaction://hlinkshowjump?jump=nextslide"/>
          </p:cNvPr>
          <p:cNvSpPr/>
          <p:nvPr/>
        </p:nvSpPr>
        <p:spPr>
          <a:xfrm>
            <a:off x="5186670" y="287020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90" name="Google Shape;390;p50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6" name="Google Shape;396;p51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/>
        </p:nvSpPr>
        <p:spPr>
          <a:xfrm>
            <a:off x="1041400" y="287528"/>
            <a:ext cx="804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If you were a writer then,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you would write a motivational book 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You would write a murder mystery 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03" name="Google Shape;403;p52">
            <a:hlinkClick action="ppaction://hlinkshowjump?jump=nextslide"/>
          </p:cNvPr>
          <p:cNvSpPr/>
          <p:nvPr/>
        </p:nvSpPr>
        <p:spPr>
          <a:xfrm>
            <a:off x="1422390" y="326137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04" name="Google Shape;404;p52">
            <a:hlinkClick action="ppaction://hlinkshowjump?jump=nextslide"/>
          </p:cNvPr>
          <p:cNvSpPr/>
          <p:nvPr/>
        </p:nvSpPr>
        <p:spPr>
          <a:xfrm>
            <a:off x="5110470" y="3261375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05" name="Google Shape;405;p52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3"/>
          <p:cNvSpPr txBox="1"/>
          <p:nvPr/>
        </p:nvSpPr>
        <p:spPr>
          <a:xfrm>
            <a:off x="1635760" y="287528"/>
            <a:ext cx="80466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Ewwww, bad</a:t>
            </a: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 choicee 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Zero friendly vibes 🥺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11" name="Google Shape;411;p53">
            <a:hlinkClick action="ppaction://hlinkshowjump?jump=nextslide"/>
          </p:cNvPr>
          <p:cNvSpPr/>
          <p:nvPr/>
        </p:nvSpPr>
        <p:spPr>
          <a:xfrm>
            <a:off x="3449310" y="3291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12" name="Google Shape;412;p53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4"/>
          <p:cNvSpPr txBox="1"/>
          <p:nvPr/>
        </p:nvSpPr>
        <p:spPr>
          <a:xfrm>
            <a:off x="868680" y="292608"/>
            <a:ext cx="80466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will you watch in TV</a:t>
            </a:r>
            <a:endParaRPr sz="23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AutoNum type="arabicPeriod"/>
            </a:pPr>
            <a:r>
              <a:rPr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Netflix show </a:t>
            </a:r>
            <a:endParaRPr sz="23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AutoNum type="arabicPeriod"/>
            </a:pPr>
            <a:r>
              <a:rPr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Mr beast</a:t>
            </a:r>
            <a:endParaRPr sz="23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8" name="Google Shape;418;p54">
            <a:hlinkClick action="ppaction://hlinkshowjump?jump=nextslide"/>
          </p:cNvPr>
          <p:cNvSpPr/>
          <p:nvPr/>
        </p:nvSpPr>
        <p:spPr>
          <a:xfrm>
            <a:off x="1605270" y="319533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19" name="Google Shape;419;p54">
            <a:hlinkClick action="ppaction://hlinkshowjump?jump=nextslide"/>
          </p:cNvPr>
          <p:cNvSpPr/>
          <p:nvPr/>
        </p:nvSpPr>
        <p:spPr>
          <a:xfrm>
            <a:off x="4968230" y="3195325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0" name="Google Shape;420;p54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5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6" name="Google Shape;426;p55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27" name="Google Shape;427;p55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/>
          <p:nvPr/>
        </p:nvSpPr>
        <p:spPr>
          <a:xfrm>
            <a:off x="817880" y="353568"/>
            <a:ext cx="804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If you’re looking to get a good food,then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you would go to nearest restaurant 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matic SC"/>
              <a:buAutoNum type="arabicPeriod"/>
            </a:pPr>
            <a:r>
              <a:rPr lang="en" sz="2600">
                <a:latin typeface="Amatic SC"/>
                <a:ea typeface="Amatic SC"/>
                <a:cs typeface="Amatic SC"/>
                <a:sym typeface="Amatic SC"/>
              </a:rPr>
              <a:t>You would order online </a:t>
            </a:r>
            <a:endParaRPr sz="26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33" name="Google Shape;433;p56">
            <a:hlinkClick action="ppaction://hlinkshowjump?jump=nextslide"/>
          </p:cNvPr>
          <p:cNvSpPr/>
          <p:nvPr/>
        </p:nvSpPr>
        <p:spPr>
          <a:xfrm>
            <a:off x="1564630" y="318517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34" name="Google Shape;434;p56">
            <a:hlinkClick action="ppaction://hlinkshowjump?jump=nextslide"/>
          </p:cNvPr>
          <p:cNvSpPr/>
          <p:nvPr/>
        </p:nvSpPr>
        <p:spPr>
          <a:xfrm>
            <a:off x="5257790" y="3185175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35" name="Google Shape;435;p56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/>
          <p:nvPr/>
        </p:nvSpPr>
        <p:spPr>
          <a:xfrm>
            <a:off x="1635760" y="287528"/>
            <a:ext cx="8046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Ewwww, bad</a:t>
            </a: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 choicee 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Zero friendly vibes 🥺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41" name="Google Shape;441;p57">
            <a:hlinkClick action="ppaction://hlinkshowjump?jump=nextslide"/>
          </p:cNvPr>
          <p:cNvSpPr/>
          <p:nvPr/>
        </p:nvSpPr>
        <p:spPr>
          <a:xfrm>
            <a:off x="3449310" y="3291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42" name="Google Shape;442;p57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/>
        </p:nvSpPr>
        <p:spPr>
          <a:xfrm>
            <a:off x="1021080" y="89408"/>
            <a:ext cx="8046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If you saw a ghost in front of you,Then </a:t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AutoNum type="arabicPeriod"/>
            </a:pPr>
            <a:r>
              <a:rPr lang="en" sz="2500">
                <a:solidFill>
                  <a:srgbClr val="FFFFFF"/>
                </a:solidFill>
              </a:rPr>
              <a:t>You would take a selfie</a:t>
            </a:r>
            <a:endParaRPr sz="2500">
              <a:solidFill>
                <a:srgbClr val="FFFFFF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AutoNum type="arabicPeriod"/>
            </a:pPr>
            <a:r>
              <a:rPr lang="en" sz="2500">
                <a:solidFill>
                  <a:srgbClr val="FFFFFF"/>
                </a:solidFill>
              </a:rPr>
              <a:t>You would argue with him</a:t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448" name="Google Shape;448;p58">
            <a:hlinkClick action="ppaction://hlinkshowjump?jump=nextslide"/>
          </p:cNvPr>
          <p:cNvSpPr/>
          <p:nvPr/>
        </p:nvSpPr>
        <p:spPr>
          <a:xfrm>
            <a:off x="1102350" y="35712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49" name="Google Shape;449;p58">
            <a:hlinkClick action="ppaction://hlinkshowjump?jump=nextslide"/>
          </p:cNvPr>
          <p:cNvSpPr/>
          <p:nvPr/>
        </p:nvSpPr>
        <p:spPr>
          <a:xfrm>
            <a:off x="5425430" y="35712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0" name="Google Shape;450;p58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9"/>
          <p:cNvSpPr txBox="1"/>
          <p:nvPr/>
        </p:nvSpPr>
        <p:spPr>
          <a:xfrm>
            <a:off x="1635760" y="287528"/>
            <a:ext cx="80466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Ewwww, bad</a:t>
            </a: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 choicee 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rPr>
              <a:t>Zero friendly vibes 🥺</a:t>
            </a:r>
            <a:endParaRPr b="1" sz="2500">
              <a:solidFill>
                <a:srgbClr val="FFFFFF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56" name="Google Shape;456;p59"/>
          <p:cNvSpPr/>
          <p:nvPr/>
        </p:nvSpPr>
        <p:spPr>
          <a:xfrm>
            <a:off x="3449310" y="329185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57" name="Google Shape;457;p59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0"/>
          <p:cNvSpPr txBox="1"/>
          <p:nvPr/>
        </p:nvSpPr>
        <p:spPr>
          <a:xfrm>
            <a:off x="1097390" y="193638"/>
            <a:ext cx="80466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matic SC"/>
                <a:ea typeface="Amatic SC"/>
                <a:cs typeface="Amatic SC"/>
                <a:sym typeface="Amatic SC"/>
              </a:rPr>
              <a:t>So, the last question of this game…</a:t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matic SC"/>
                <a:ea typeface="Amatic SC"/>
                <a:cs typeface="Amatic SC"/>
                <a:sym typeface="Amatic SC"/>
              </a:rPr>
              <a:t>What would you do if your opponent is you, yourself,</a:t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matic SC"/>
              <a:buAutoNum type="arabicPeriod"/>
            </a:pPr>
            <a:r>
              <a:rPr lang="en" sz="2400">
                <a:latin typeface="Amatic SC"/>
                <a:ea typeface="Amatic SC"/>
                <a:cs typeface="Amatic SC"/>
                <a:sym typeface="Amatic SC"/>
              </a:rPr>
              <a:t>You would just ignore it </a:t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matic SC"/>
              <a:buAutoNum type="arabicPeriod"/>
            </a:pPr>
            <a:r>
              <a:rPr lang="en" sz="2400">
                <a:latin typeface="Amatic SC"/>
                <a:ea typeface="Amatic SC"/>
                <a:cs typeface="Amatic SC"/>
                <a:sym typeface="Amatic SC"/>
              </a:rPr>
              <a:t>You would fight urself..</a:t>
            </a:r>
            <a:endParaRPr sz="24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63" name="Google Shape;463;p60">
            <a:hlinkClick action="ppaction://hlinkshowjump?jump=nextslide"/>
          </p:cNvPr>
          <p:cNvSpPr/>
          <p:nvPr/>
        </p:nvSpPr>
        <p:spPr>
          <a:xfrm>
            <a:off x="1457950" y="3474735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64" name="Google Shape;464;p60">
            <a:hlinkClick action="ppaction://hlinkshowjump?jump=nextslide"/>
          </p:cNvPr>
          <p:cNvSpPr/>
          <p:nvPr/>
        </p:nvSpPr>
        <p:spPr>
          <a:xfrm>
            <a:off x="5191750" y="3474720"/>
            <a:ext cx="2113200" cy="58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65" name="Google Shape;465;p60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/>
          <p:nvPr/>
        </p:nvSpPr>
        <p:spPr>
          <a:xfrm>
            <a:off x="1386840" y="485648"/>
            <a:ext cx="80466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Good Choice dude…,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Friendly vibes 🙃 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71" name="Google Shape;471;p61">
            <a:hlinkClick action="ppaction://hlinkshowjump?jump=nextslide"/>
          </p:cNvPr>
          <p:cNvSpPr/>
          <p:nvPr/>
        </p:nvSpPr>
        <p:spPr>
          <a:xfrm>
            <a:off x="3515400" y="3352810"/>
            <a:ext cx="2113200" cy="61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29AA"/>
              </a:gs>
              <a:gs pos="100000">
                <a:srgbClr val="1E123D"/>
              </a:gs>
            </a:gsLst>
            <a:lin ang="5400012" scaled="0"/>
          </a:gra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Continue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72" name="Google Shape;472;p61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2"/>
          <p:cNvSpPr txBox="1"/>
          <p:nvPr/>
        </p:nvSpPr>
        <p:spPr>
          <a:xfrm>
            <a:off x="949960" y="312928"/>
            <a:ext cx="8046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CCCCC"/>
                </a:solidFill>
                <a:latin typeface="Amatic SC"/>
                <a:ea typeface="Amatic SC"/>
                <a:cs typeface="Amatic SC"/>
                <a:sym typeface="Amatic SC"/>
              </a:rPr>
              <a:t>I </a:t>
            </a:r>
            <a:r>
              <a:rPr lang="en" sz="2700">
                <a:solidFill>
                  <a:srgbClr val="CCCCCC"/>
                </a:solidFill>
                <a:latin typeface="Amatic SC"/>
                <a:ea typeface="Amatic SC"/>
                <a:cs typeface="Amatic SC"/>
                <a:sym typeface="Amatic SC"/>
              </a:rPr>
              <a:t>don’t know about you but I definitely got ragebitted…..</a:t>
            </a:r>
            <a:endParaRPr sz="2700">
              <a:solidFill>
                <a:srgbClr val="CCCCCC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78" name="Google Shape;478;p62"/>
          <p:cNvSpPr txBox="1"/>
          <p:nvPr/>
        </p:nvSpPr>
        <p:spPr>
          <a:xfrm>
            <a:off x="1188720" y="1161288"/>
            <a:ext cx="8046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 Thank you guys for playing this game </a:t>
            </a:r>
            <a:endParaRPr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Email me for the game reviews 😋</a:t>
            </a:r>
            <a:endParaRPr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62"/>
          <p:cNvSpPr txBox="1"/>
          <p:nvPr/>
        </p:nvSpPr>
        <p:spPr>
          <a:xfrm>
            <a:off x="8122915" y="4508451"/>
            <a:ext cx="8595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00"/>
                </a:solidFill>
              </a:rPr>
              <a:t>_</a:t>
            </a:r>
            <a:r>
              <a:rPr lang="en" sz="2600">
                <a:solidFill>
                  <a:srgbClr val="FFFF00"/>
                </a:solidFill>
                <a:latin typeface="Amatic SC"/>
                <a:ea typeface="Amatic SC"/>
                <a:cs typeface="Amatic SC"/>
                <a:sym typeface="Amatic SC"/>
              </a:rPr>
              <a:t>Ved❤️</a:t>
            </a:r>
            <a:endParaRPr sz="2600">
              <a:solidFill>
                <a:srgbClr val="FFFF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480" name="Google Shape;480;p62"/>
          <p:cNvSpPr txBox="1"/>
          <p:nvPr/>
        </p:nvSpPr>
        <p:spPr>
          <a:xfrm>
            <a:off x="0" y="4641200"/>
            <a:ext cx="91440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My friend @pahal desai saved the day.. 😛</a:t>
            </a:r>
            <a:endParaRPr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